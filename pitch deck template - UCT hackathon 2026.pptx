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Titillium Web SemiBold"/>
      <p:regular r:id="rId13"/>
      <p:bold r:id="rId14"/>
      <p:italic r:id="rId15"/>
      <p:boldItalic r:id="rId16"/>
    </p:embeddedFont>
    <p:embeddedFont>
      <p:font typeface="Libre Franklin"/>
      <p:regular r:id="rId17"/>
      <p:bold r:id="rId18"/>
      <p:italic r:id="rId19"/>
      <p:boldItalic r:id="rId20"/>
    </p:embeddedFont>
    <p:embeddedFont>
      <p:font typeface="Titillium Web"/>
      <p:regular r:id="rId21"/>
      <p:bold r:id="rId22"/>
      <p:italic r:id="rId23"/>
      <p:boldItalic r:id="rId24"/>
    </p:embeddedFont>
    <p:embeddedFont>
      <p:font typeface="Helvetica Neue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Franklin-boldItalic.fntdata"/><Relationship Id="rId22" Type="http://schemas.openxmlformats.org/officeDocument/2006/relationships/font" Target="fonts/TitilliumWeb-bold.fntdata"/><Relationship Id="rId21" Type="http://schemas.openxmlformats.org/officeDocument/2006/relationships/font" Target="fonts/TitilliumWeb-regular.fntdata"/><Relationship Id="rId24" Type="http://schemas.openxmlformats.org/officeDocument/2006/relationships/font" Target="fonts/TitilliumWeb-boldItalic.fntdata"/><Relationship Id="rId23" Type="http://schemas.openxmlformats.org/officeDocument/2006/relationships/font" Target="fonts/TitilliumWeb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lveticaNeue-bold.fntdata"/><Relationship Id="rId25" Type="http://schemas.openxmlformats.org/officeDocument/2006/relationships/font" Target="fonts/HelveticaNeue-regular.fntdata"/><Relationship Id="rId28" Type="http://schemas.openxmlformats.org/officeDocument/2006/relationships/font" Target="fonts/HelveticaNeue-boldItalic.fntdata"/><Relationship Id="rId27" Type="http://schemas.openxmlformats.org/officeDocument/2006/relationships/font" Target="fonts/HelveticaNeue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TitilliumWebSemiBold-regular.fntdata"/><Relationship Id="rId12" Type="http://schemas.openxmlformats.org/officeDocument/2006/relationships/slide" Target="slides/slide7.xml"/><Relationship Id="rId15" Type="http://schemas.openxmlformats.org/officeDocument/2006/relationships/font" Target="fonts/TitilliumWebSemiBold-italic.fntdata"/><Relationship Id="rId14" Type="http://schemas.openxmlformats.org/officeDocument/2006/relationships/font" Target="fonts/TitilliumWebSemiBold-bold.fntdata"/><Relationship Id="rId17" Type="http://schemas.openxmlformats.org/officeDocument/2006/relationships/font" Target="fonts/LibreFranklin-regular.fntdata"/><Relationship Id="rId16" Type="http://schemas.openxmlformats.org/officeDocument/2006/relationships/font" Target="fonts/TitilliumWebSemiBold-boldItalic.fntdata"/><Relationship Id="rId19" Type="http://schemas.openxmlformats.org/officeDocument/2006/relationships/font" Target="fonts/LibreFranklin-italic.fntdata"/><Relationship Id="rId18" Type="http://schemas.openxmlformats.org/officeDocument/2006/relationships/font" Target="fonts/LibreFranklin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" name="Google Shape;6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dark (phone)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000" y="325382"/>
            <a:ext cx="1982574" cy="48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 title="image-1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68225" y="691999"/>
            <a:ext cx="3759524" cy="3759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light texture A">
  <p:cSld name="CUSTOM_2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32726" y="188875"/>
            <a:ext cx="1406326" cy="34325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0" y="4810691"/>
            <a:ext cx="9144000" cy="353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5721359" y="4887439"/>
            <a:ext cx="32364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tillium Web Light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@interledger  </a:t>
            </a:r>
            <a:r>
              <a:rPr b="1" lang="en" sz="12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#OpenPayments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1399416" y="4880841"/>
            <a:ext cx="8442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tillium Web Light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#</a:t>
            </a:r>
            <a:r>
              <a:rPr b="1" lang="en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ILPHacks</a:t>
            </a:r>
            <a:endParaRPr b="1" i="0" sz="1400" u="none" cap="none" strike="noStrik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20" name="Google Shape;20;p3" title="image-1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90700" y="4173187"/>
            <a:ext cx="1308725" cy="984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dark (phone) 1">
  <p:cSld name="TITLE_AND_BODY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" name="Google Shape;2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000" y="325382"/>
            <a:ext cx="1982574" cy="48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dark gradient">
  <p:cSld name="CUSTOM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32726" y="188875"/>
            <a:ext cx="1406326" cy="343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no background B">
  <p:cSld name="CUSTOM_4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32749" y="188875"/>
            <a:ext cx="1406326" cy="3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tillium Web"/>
              <a:buNone/>
              <a:defRPr b="0" i="0" sz="28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tillium Web"/>
              <a:buChar char="●"/>
              <a:defRPr b="0" i="0" sz="18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○"/>
              <a:defRPr b="0" i="0" sz="14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■"/>
              <a:defRPr b="0" i="0" sz="14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●"/>
              <a:defRPr b="0" i="0" sz="14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○"/>
              <a:defRPr b="0" i="0" sz="14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■"/>
              <a:defRPr b="0" i="0" sz="14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●"/>
              <a:defRPr b="0" i="0" sz="14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○"/>
              <a:defRPr b="0" i="0" sz="14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■"/>
              <a:defRPr b="0" i="0" sz="14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/>
          <p:nvPr/>
        </p:nvSpPr>
        <p:spPr>
          <a:xfrm>
            <a:off x="6470275" y="2556825"/>
            <a:ext cx="1463100" cy="219600"/>
          </a:xfrm>
          <a:prstGeom prst="rect">
            <a:avLst/>
          </a:prstGeom>
          <a:solidFill>
            <a:srgbClr val="0F04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200" u="none" cap="none" strike="noStrike">
                <a:solidFill>
                  <a:srgbClr val="E69138"/>
                </a:solidFill>
                <a:latin typeface="Titillium Web"/>
                <a:ea typeface="Titillium Web"/>
                <a:cs typeface="Titillium Web"/>
                <a:sym typeface="Titillium Web"/>
              </a:rPr>
              <a:t>OPEN PAYMENTS</a:t>
            </a:r>
            <a:endParaRPr b="1" i="0" sz="1200" u="none" cap="none" strike="noStrike">
              <a:solidFill>
                <a:srgbClr val="E69138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5" name="Google Shape;35;p7"/>
          <p:cNvSpPr txBox="1"/>
          <p:nvPr/>
        </p:nvSpPr>
        <p:spPr>
          <a:xfrm>
            <a:off x="329184" y="1719072"/>
            <a:ext cx="39084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3500" u="none" cap="none" strike="noStrike">
                <a:solidFill>
                  <a:srgbClr val="EEFF41"/>
                </a:solidFill>
                <a:latin typeface="Titillium Web"/>
                <a:ea typeface="Titillium Web"/>
                <a:cs typeface="Titillium Web"/>
                <a:sym typeface="Titillium Web"/>
              </a:rPr>
              <a:t>{Insert team name}</a:t>
            </a:r>
            <a:endParaRPr b="1" i="0" sz="2600" u="none" cap="none" strike="noStrike">
              <a:solidFill>
                <a:srgbClr val="EEFF4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3000" u="none" cap="none" strike="noStrike">
                <a:solidFill>
                  <a:srgbClr val="00FFFF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Hackathon 2026</a:t>
            </a:r>
            <a:endParaRPr b="1" i="0" sz="3300" u="none" cap="none" strike="noStrike">
              <a:solidFill>
                <a:srgbClr val="00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36" name="Google Shape;36;p7" title="0048_FIH_Logo-Whit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4150" y="380476"/>
            <a:ext cx="1783537" cy="429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/>
        </p:nvSpPr>
        <p:spPr>
          <a:xfrm>
            <a:off x="510564" y="1168200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b="1" i="0" lang="en" sz="3900" u="none" cap="none" strike="noStrike">
                <a:solidFill>
                  <a:srgbClr val="00E296"/>
                </a:solidFill>
                <a:latin typeface="Titillium Web"/>
                <a:ea typeface="Titillium Web"/>
                <a:cs typeface="Titillium Web"/>
                <a:sym typeface="Titillium Web"/>
              </a:rPr>
              <a:t>Meet the team</a:t>
            </a:r>
            <a:endParaRPr b="0" i="0" sz="500" u="none" cap="none" strike="noStrike">
              <a:solidFill>
                <a:srgbClr val="00E2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8"/>
          <p:cNvSpPr txBox="1"/>
          <p:nvPr/>
        </p:nvSpPr>
        <p:spPr>
          <a:xfrm>
            <a:off x="405300" y="2187725"/>
            <a:ext cx="4620900" cy="19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" sz="16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 {Insert your team/solution name}</a:t>
            </a:r>
            <a:endParaRPr b="1" i="0" sz="1600" u="none" cap="none" strike="noStrik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{Insert your name}</a:t>
            </a:r>
            <a:endParaRPr b="0" i="0" sz="1600" u="none" cap="none" strike="noStrik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{Insert your name}</a:t>
            </a:r>
            <a:endParaRPr b="0" i="0" sz="1600" u="none" cap="none" strike="noStrik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{Insert your name}</a:t>
            </a:r>
            <a:endParaRPr b="0" i="0" sz="1600" u="none" cap="none" strike="noStrik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{Insert your name}</a:t>
            </a:r>
            <a:endParaRPr b="0" i="0" sz="1600" u="none" cap="none" strike="noStrik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{Insert your name}</a:t>
            </a:r>
            <a:endParaRPr b="0" i="0" sz="1600" u="none" cap="none" strike="noStrik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43" name="Google Shape;43;p8"/>
          <p:cNvCxnSpPr/>
          <p:nvPr/>
        </p:nvCxnSpPr>
        <p:spPr>
          <a:xfrm>
            <a:off x="510576" y="1985056"/>
            <a:ext cx="4791600" cy="0"/>
          </a:xfrm>
          <a:prstGeom prst="straightConnector1">
            <a:avLst/>
          </a:prstGeom>
          <a:noFill/>
          <a:ln cap="flat" cmpd="sng" w="9525">
            <a:solidFill>
              <a:srgbClr val="00E296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4" name="Google Shape;44;p8"/>
          <p:cNvSpPr/>
          <p:nvPr/>
        </p:nvSpPr>
        <p:spPr>
          <a:xfrm>
            <a:off x="5765251" y="1484400"/>
            <a:ext cx="2828700" cy="2785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600" u="none" cap="none" strike="noStrike">
                <a:solidFill>
                  <a:srgbClr val="37415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{Insert photo of your team}</a:t>
            </a:r>
            <a:endParaRPr b="0" i="0" sz="1600" u="none" cap="none" strike="noStrike">
              <a:solidFill>
                <a:srgbClr val="37415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45" name="Google Shape;45;p8" title="0048_FIH_Logo-Whit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/>
        </p:nvSpPr>
        <p:spPr>
          <a:xfrm>
            <a:off x="510564" y="1168200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b="1" i="0" lang="en" sz="3900" u="none" cap="none" strike="noStrike">
                <a:solidFill>
                  <a:srgbClr val="00E296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Problem statement</a:t>
            </a:r>
            <a:endParaRPr b="0" i="0" sz="500" u="none" cap="none" strike="noStrike">
              <a:solidFill>
                <a:srgbClr val="00E2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9"/>
          <p:cNvSpPr txBox="1"/>
          <p:nvPr/>
        </p:nvSpPr>
        <p:spPr>
          <a:xfrm>
            <a:off x="405300" y="2187725"/>
            <a:ext cx="4620900" cy="19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{Insert </a:t>
            </a:r>
            <a:r>
              <a:rPr b="1" i="0" lang="en" sz="16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the problem</a:t>
            </a:r>
            <a:r>
              <a:rPr b="0" i="0" lang="en" sz="16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 that your hackathon solution solves}</a:t>
            </a:r>
            <a:endParaRPr b="0" i="0" sz="1600" u="none" cap="none" strike="noStrik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{Insert </a:t>
            </a:r>
            <a:r>
              <a:rPr b="1" i="0" lang="en" sz="16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why</a:t>
            </a:r>
            <a:r>
              <a:rPr b="0" i="0" lang="en" sz="16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 your team is tackling it, what are the benefits?} </a:t>
            </a:r>
            <a:endParaRPr b="0" i="0" sz="1600" u="none" cap="none" strike="noStrik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52" name="Google Shape;52;p9"/>
          <p:cNvCxnSpPr/>
          <p:nvPr/>
        </p:nvCxnSpPr>
        <p:spPr>
          <a:xfrm>
            <a:off x="510576" y="1985056"/>
            <a:ext cx="5456100" cy="0"/>
          </a:xfrm>
          <a:prstGeom prst="straightConnector1">
            <a:avLst/>
          </a:prstGeom>
          <a:noFill/>
          <a:ln cap="flat" cmpd="sng" w="9525">
            <a:solidFill>
              <a:srgbClr val="00E296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id="53" name="Google Shape;53;p9" title="0048_FIH_Logo-Whit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/>
        </p:nvSpPr>
        <p:spPr>
          <a:xfrm>
            <a:off x="510564" y="1168200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b="1" i="0" lang="en" sz="3900" u="none" cap="none" strike="noStrike">
                <a:solidFill>
                  <a:srgbClr val="00E296"/>
                </a:solidFill>
                <a:latin typeface="Titillium Web"/>
                <a:ea typeface="Titillium Web"/>
                <a:cs typeface="Titillium Web"/>
                <a:sym typeface="Titillium Web"/>
              </a:rPr>
              <a:t>Solution</a:t>
            </a:r>
            <a:endParaRPr b="0" i="0" sz="500" u="none" cap="none" strike="noStrike">
              <a:solidFill>
                <a:srgbClr val="00E2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0"/>
          <p:cNvSpPr txBox="1"/>
          <p:nvPr/>
        </p:nvSpPr>
        <p:spPr>
          <a:xfrm>
            <a:off x="405300" y="2187725"/>
            <a:ext cx="4620900" cy="19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{Describe how your solutions works</a:t>
            </a:r>
            <a:endParaRPr b="1" i="0" sz="1600" u="none" cap="none" strike="noStrik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Include a one-page diagram/workflow of your solution</a:t>
            </a:r>
            <a:endParaRPr b="0" i="0" sz="1600" u="none" cap="none" strike="noStrik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Include the tools you used </a:t>
            </a:r>
            <a:endParaRPr b="0" i="0" sz="1600" u="none" cap="none" strike="noStrik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Describe why your solution is unique}</a:t>
            </a:r>
            <a:endParaRPr b="0" i="0" sz="1600" u="none" cap="none" strike="noStrik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60" name="Google Shape;60;p10"/>
          <p:cNvCxnSpPr/>
          <p:nvPr/>
        </p:nvCxnSpPr>
        <p:spPr>
          <a:xfrm>
            <a:off x="510576" y="1985056"/>
            <a:ext cx="5456100" cy="0"/>
          </a:xfrm>
          <a:prstGeom prst="straightConnector1">
            <a:avLst/>
          </a:prstGeom>
          <a:noFill/>
          <a:ln cap="flat" cmpd="sng" w="9525">
            <a:solidFill>
              <a:srgbClr val="00E296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id="61" name="Google Shape;61;p10" title="0048_FIH_Logo-Whit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/>
        </p:nvSpPr>
        <p:spPr>
          <a:xfrm>
            <a:off x="510564" y="1168200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b="1" i="0" lang="en" sz="3900" u="none" cap="none" strike="noStrike">
                <a:solidFill>
                  <a:schemeClr val="accent6"/>
                </a:solidFill>
                <a:latin typeface="Titillium Web"/>
                <a:ea typeface="Titillium Web"/>
                <a:cs typeface="Titillium Web"/>
                <a:sym typeface="Titillium Web"/>
              </a:rPr>
              <a:t>Demo</a:t>
            </a:r>
            <a:endParaRPr b="0" i="0" sz="5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1"/>
          <p:cNvSpPr txBox="1"/>
          <p:nvPr/>
        </p:nvSpPr>
        <p:spPr>
          <a:xfrm>
            <a:off x="405300" y="2187725"/>
            <a:ext cx="4983300" cy="19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{Showcase </a:t>
            </a:r>
            <a:r>
              <a:rPr b="1" i="0" lang="en" sz="16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a demo</a:t>
            </a:r>
            <a:r>
              <a:rPr b="0" i="0" lang="en" sz="16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 of your project [max 2 min] </a:t>
            </a:r>
            <a:endParaRPr b="0" i="0" sz="1600" u="none" cap="none" strike="noStrik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Tip: pre-record it in case of technical difficulties on stage BUT </a:t>
            </a:r>
            <a:r>
              <a:rPr b="1" i="0" lang="en" sz="16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live demo is preferred</a:t>
            </a:r>
            <a:r>
              <a:rPr b="0" i="0" lang="en" sz="16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}</a:t>
            </a:r>
            <a:endParaRPr b="0" i="0" sz="1600" u="none" cap="none" strike="noStrik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68" name="Google Shape;68;p11"/>
          <p:cNvCxnSpPr/>
          <p:nvPr/>
        </p:nvCxnSpPr>
        <p:spPr>
          <a:xfrm>
            <a:off x="510576" y="1985056"/>
            <a:ext cx="5456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id="69" name="Google Shape;69;p11" title="0048_FIH_Logo-Whit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/>
        </p:nvSpPr>
        <p:spPr>
          <a:xfrm>
            <a:off x="510564" y="1168200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b="1" i="0" lang="en" sz="3900" u="none" cap="none" strike="noStrike">
                <a:solidFill>
                  <a:srgbClr val="00E296"/>
                </a:solidFill>
                <a:latin typeface="Titillium Web"/>
                <a:ea typeface="Titillium Web"/>
                <a:cs typeface="Titillium Web"/>
                <a:sym typeface="Titillium Web"/>
              </a:rPr>
              <a:t>Conclusion</a:t>
            </a:r>
            <a:endParaRPr b="0" i="0" sz="500" u="none" cap="none" strike="noStrike">
              <a:solidFill>
                <a:srgbClr val="00E2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2"/>
          <p:cNvSpPr txBox="1"/>
          <p:nvPr/>
        </p:nvSpPr>
        <p:spPr>
          <a:xfrm>
            <a:off x="405300" y="2187725"/>
            <a:ext cx="6155700" cy="19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{Summarise and share </a:t>
            </a:r>
            <a:r>
              <a:rPr b="1" i="0" lang="en" sz="1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what you would like to do</a:t>
            </a:r>
            <a:r>
              <a:rPr b="0" i="0" lang="en" sz="16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next}</a:t>
            </a:r>
            <a:endParaRPr b="0" i="0" sz="1600" u="none" cap="none" strike="noStrik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76" name="Google Shape;76;p12"/>
          <p:cNvCxnSpPr/>
          <p:nvPr/>
        </p:nvCxnSpPr>
        <p:spPr>
          <a:xfrm>
            <a:off x="510576" y="1985056"/>
            <a:ext cx="5456100" cy="0"/>
          </a:xfrm>
          <a:prstGeom prst="straightConnector1">
            <a:avLst/>
          </a:prstGeom>
          <a:noFill/>
          <a:ln cap="flat" cmpd="sng" w="9525">
            <a:solidFill>
              <a:srgbClr val="00E296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id="77" name="Google Shape;77;p12" title="0048_FIH_Logo-Whit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/>
        </p:nvSpPr>
        <p:spPr>
          <a:xfrm>
            <a:off x="405300" y="2187725"/>
            <a:ext cx="8260500" cy="19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Thank you.</a:t>
            </a:r>
            <a:endParaRPr b="0" i="0" sz="3000" u="none" cap="none" strike="noStrik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83" name="Google Shape;83;p13" title="0048_FIH_Logo-Whit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erledg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